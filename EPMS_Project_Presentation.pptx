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1D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77240"/>
            <a:ext cx="960120" cy="960120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60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6583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Enterprise Procurement</a:t>
            </a:r>
            <a:br/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611880"/>
            <a:ext cx="6217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3DEE8"/>
                </a:solidFill>
              </a:defRPr>
            </a:pPr>
            <a:r>
              <a:t>Full-stack web application for procurement requests, approvals, suppliers, deliveries, payments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83480"/>
            <a:ext cx="141732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Java / 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4983480"/>
            <a:ext cx="114300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500176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4983480"/>
            <a:ext cx="123444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500176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JWT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4983480"/>
            <a:ext cx="141732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500176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HTML / CSS /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41732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26A584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476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Role-based portals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26A584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7355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Admin module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69080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26A584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59943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Core business 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080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C3D0"/>
                </a:solidFill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Why a centralized procurement platform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4592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4343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Common procurement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30552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Requests can be difficult to track across employees and managers.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Approval status, supplier information and delivery progress can become fragmented.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Payment records need a clear status trail for pending and completed transactions.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Management needs consolidated reports instead of checking multiple screens or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164592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6420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27632"/>
            <a:ext cx="4480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EPMS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30552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Centralized purchase-request lifecycle from creation to approval.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Separate role-specific portals for Employee, Manager, Admin and Supplier.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Dedicated modules for products, suppliers, deliveries, payments and reports.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JWT-based authentication and role restrictions for protected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2.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What the system is designed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Digitize 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Replace manual request handling with an online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258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361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Role separation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391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Give each user role only the screens and operations it needs.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260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31546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729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363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Approval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39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Allow managers to review, approve or reject purchase requests.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9260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1546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1729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1363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Supplier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639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Maintain supplier profiles and procurement relationships.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262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47548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7731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7365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Operational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Track deliveries and payment status in dedicated modules.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52628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47548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731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36592"/>
            <a:ext cx="4251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Reporting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395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Provide summary views and downloadable CSV data for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3.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Frontend pages communicate with Spring Boot REST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325880"/>
            <a:ext cx="8458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325880"/>
            <a:ext cx="164592" cy="91440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490472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F"/>
                </a:solidFill>
              </a:defRPr>
            </a:pPr>
            <a:r>
              <a:t>Role-based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90472"/>
            <a:ext cx="5166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778C"/>
                </a:solidFill>
              </a:defRPr>
            </a:pPr>
            <a:r>
              <a:t>Employee • Manager • Admin • Supplier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21991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6A584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404872"/>
            <a:ext cx="8458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0" y="2404872"/>
            <a:ext cx="164592" cy="914400"/>
          </a:xfrm>
          <a:prstGeom prst="rect">
            <a:avLst/>
          </a:prstGeom>
          <a:solidFill>
            <a:srgbClr val="1D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569464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F"/>
                </a:solidFill>
              </a:defRPr>
            </a:pPr>
            <a:r>
              <a:t>REST 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69464"/>
            <a:ext cx="5166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778C"/>
                </a:solidFill>
              </a:defRPr>
            </a:pPr>
            <a:r>
              <a:t>Authentication • Users • Products • Purchase Requests • Suppliers • Deliveries •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300983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6A584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483863"/>
            <a:ext cx="8458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483863"/>
            <a:ext cx="164592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648456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F"/>
                </a:solidFill>
              </a:defRPr>
            </a:pPr>
            <a:r>
              <a:t>Business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48456"/>
            <a:ext cx="5166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778C"/>
                </a:solidFill>
              </a:defRPr>
            </a:pPr>
            <a:r>
              <a:t>Validation • Approval rules • Status handling • Email notification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379975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6A584"/>
                </a:solidFill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62855"/>
            <a:ext cx="8458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4562855"/>
            <a:ext cx="164592" cy="914400"/>
          </a:xfrm>
          <a:prstGeom prst="rect">
            <a:avLst/>
          </a:prstGeom>
          <a:solidFill>
            <a:srgbClr val="DD5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4727447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2B3F"/>
                </a:solidFill>
              </a:defRPr>
            </a:pPr>
            <a:r>
              <a:t>Data &amp;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727447"/>
            <a:ext cx="5166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5778C"/>
                </a:solidFill>
              </a:defRPr>
            </a:pPr>
            <a:r>
              <a:t>Persistent records • JWT token • Role-based authorization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4. Role-Based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Separate HTML pages keep each workflow clear and independent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554480"/>
            <a:ext cx="123444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72768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5778C"/>
                </a:solidFill>
              </a:defRPr>
            </a:pPr>
            <a:r>
              <a:t>Create requests • Browse products • Cart • Deliveries • Payments • Ratings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554480"/>
            <a:ext cx="114300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57276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67128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5778C"/>
                </a:solidFill>
              </a:defRPr>
            </a:pPr>
            <a:r>
              <a:t>Review requests • Approve/Reject • Products • Deliveries • Payments •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3794760"/>
            <a:ext cx="114300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81304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5778C"/>
                </a:solidFill>
              </a:defRPr>
            </a:pPr>
            <a:r>
              <a:t>Users • Products • Requests • Suppliers • Deliveries • Payments •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28232" y="3794760"/>
            <a:ext cx="1143000" cy="347472"/>
          </a:xfrm>
          <a:prstGeom prst="roundRect">
            <a:avLst/>
          </a:prstGeom>
          <a:solidFill>
            <a:srgbClr val="1D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81304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SUPPLIER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07408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5778C"/>
                </a:solidFill>
              </a:defRPr>
            </a:pPr>
            <a:r>
              <a:t>Supplier dashboard • Orders • Deliveries • Payments •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5. Employee Procurement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From product selection to an approved purchase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143000"/>
            <a:ext cx="1051560" cy="1051560"/>
          </a:xfrm>
          <a:prstGeom prst="ellipse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240280" y="1143000"/>
            <a:ext cx="1051560" cy="1051560"/>
          </a:xfrm>
          <a:prstGeom prst="ellipse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Browse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3840480" y="1143000"/>
            <a:ext cx="1051560" cy="1051560"/>
          </a:xfrm>
          <a:prstGeom prst="ellipse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Add to 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5440680" y="1143000"/>
            <a:ext cx="1051560" cy="1051560"/>
          </a:xfrm>
          <a:prstGeom prst="ellipse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Create 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7040880" y="1143000"/>
            <a:ext cx="1051560" cy="1051560"/>
          </a:xfrm>
          <a:prstGeom prst="ellipse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Manager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8641080" y="1143000"/>
            <a:ext cx="1051560" cy="1051560"/>
          </a:xfrm>
          <a:prstGeom prst="ellipse">
            <a:avLst/>
          </a:prstGeom>
          <a:solidFill>
            <a:srgbClr val="1D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679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Approved / Rejected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48132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5778C"/>
                </a:solidFill>
              </a:defRPr>
            </a:pPr>
            <a: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241280" y="1143000"/>
            <a:ext cx="1051560" cy="1051560"/>
          </a:xfrm>
          <a:prstGeom prst="ellipse">
            <a:avLst/>
          </a:prstGeom>
          <a:solidFill>
            <a:srgbClr val="1D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1399032"/>
            <a:ext cx="1051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22860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A2B3F"/>
                </a:solidFill>
              </a:defRPr>
            </a:pPr>
            <a:r>
              <a:t>Delivery &amp; payment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" y="2688336"/>
            <a:ext cx="6647688" cy="335584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462db11c-5784-4d17-a3e9-7adeb1c0a0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6537960" cy="32461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77240" y="6062472"/>
            <a:ext cx="6537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Employee Purchase Requests screen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2743200"/>
            <a:ext cx="38862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63840" y="297180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299008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953512"/>
            <a:ext cx="2971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Workflow highlights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345643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Employees see their request history and status.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New Request starts the procurement flow.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Cart data is maintained on the frontend.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Approval outcome is visible after manager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6. Manager Approval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Managers control the approval decision and monitor procurement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179576"/>
            <a:ext cx="7516368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6d8ea064-c634-4335-a1f1-d855cf725e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06640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199632"/>
            <a:ext cx="7406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Manager Dashboard — request review and approval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246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536192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Manager responsibilities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039112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View employee purchase requests.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Approve or reject requests.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Monitor pending, approved and rejected counts.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Access products, deliveries, payments and reports.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Approval actions trigger employee notification by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7. Supplier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Supplier information and operational status are managed separately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179576"/>
            <a:ext cx="7562088" cy="486460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2ba3e4a-f966-4bb2-ab03-1264bc048a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5236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062472"/>
            <a:ext cx="7452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Supplier Management screen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964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536192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Supplier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39112"/>
            <a:ext cx="26974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Dedicated supplier portal.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Supplier profile and contact information.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Order and delivery visibility.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Payment and report modules.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Admin can view registered suppliers.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8. Admin Control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Central administration across users, products and procurement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179576"/>
            <a:ext cx="7653528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e03ac89-a93b-4e13-83b3-ebbe08579b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543800" cy="4892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199632"/>
            <a:ext cx="7543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Admin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32588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4108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3619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Admin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39112"/>
            <a:ext cx="2560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Users management.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Products management.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Purchase requests.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Supplier management.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Deliveries and payments.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Reports and CSV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9. Products &amp;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Product inventory supports procurement; payment records track transaction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" y="1179576"/>
            <a:ext cx="5641848" cy="481888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97819ea8-83a2-4ef2-b9f8-5c6791c01b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532120" cy="4709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016752"/>
            <a:ext cx="5532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Employee product catalog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216" y="1179576"/>
            <a:ext cx="5321808" cy="481888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4d8011f-2340-46d6-bfd6-0300a22475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212080" cy="4709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55080" y="601675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Admin Payment Management — pending payment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6080760"/>
            <a:ext cx="160020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6099048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 PENDING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605332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2B3F"/>
                </a:solidFill>
              </a:defRPr>
            </a:pPr>
            <a:r>
              <a:t>₹4,07,000 total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10. Reporting &amp; Data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Reports summarize request activity and support operational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179576"/>
            <a:ext cx="7653528" cy="4956048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471c6ff-64b1-4960-97de-858166375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543800" cy="4846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153912"/>
            <a:ext cx="7543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5778C"/>
                </a:solidFill>
              </a:defRPr>
            </a:pPr>
            <a:r>
              <a:t>Reports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325880"/>
            <a:ext cx="3063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4108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36192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Reporting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39112"/>
            <a:ext cx="2560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Total request count.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Pending / approved / rejected breakdown.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Approval activity overview.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Admin reports combine users, products, requests, suppliers, deliveries and payments.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CSV export can be used for offline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11. Security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Authentication and authorization protect role-specific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53619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JWT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3911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Login returns a JWT token.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Token is stored on the frontend.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Protected API requests send the token in the Authorization header.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3619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Role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03911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Roles include ADMIN, MANAGER, EMPLOYEE and SUPPLIER.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Backend security restricts protected endpoints.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Example: supplier APIs are limited to authorized roles.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5320" y="1554480"/>
            <a:ext cx="438912" cy="438912"/>
          </a:xfrm>
          <a:prstGeom prst="ellipse">
            <a:avLst/>
          </a:prstGeom>
          <a:solidFill>
            <a:srgbClr val="E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72768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53619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2B3F"/>
                </a:solidFill>
              </a:defRPr>
            </a:pPr>
            <a:r>
              <a:t>Workflow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39112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Only managers can approve/reject purchase requests.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Employees access their own request workflow.</a:t>
            </a:r>
          </a:p>
          <a:p>
            <a:pPr>
              <a:spcAft>
                <a:spcPts val="800"/>
              </a:spcAft>
              <a:defRPr sz="1150">
                <a:solidFill>
                  <a:srgbClr val="65778C"/>
                </a:solidFill>
              </a:defRPr>
            </a:pPr>
            <a:r>
              <a:t>• Admin pages are separated from employee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12. Testing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Key workflows verified during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A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65653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5778C"/>
                </a:solidFill>
              </a:defRPr>
            </a:pPr>
            <a:r>
              <a:t>Enterprise Procurement Management System (EPMS)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344168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Role-based login routing tested for all four roles.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1371600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138988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020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139696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Purchase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130552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Create → review → approve/reject workflow tested.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2157984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217627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07208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Email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916936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Approval/rejection notification to employee tested.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2944368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296265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93592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12464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703320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Pending filter and payment table verified.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78440" y="3730752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3749040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79976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988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CSV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489704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Filtered pending payments downloaded and checked.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4517136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78440" y="4535424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66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A2B3F"/>
                </a:solidFill>
              </a:defRPr>
            </a:pPr>
            <a:r>
              <a:t>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5276088"/>
            <a:ext cx="6675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5778C"/>
                </a:solidFill>
              </a:defRPr>
            </a:pPr>
            <a:r>
              <a:t>Separate role/module pages tested with Live Server.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5303520"/>
            <a:ext cx="822960" cy="347472"/>
          </a:xfrm>
          <a:prstGeom prst="round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532180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2B3F"/>
                </a:solidFill>
                <a:latin typeface="Aptos Display"/>
              </a:defRPr>
            </a:pPr>
            <a:r>
              <a:t>13. 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9875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78C"/>
                </a:solidFill>
                <a:latin typeface="Aptos"/>
              </a:defRPr>
            </a:pPr>
            <a:r>
              <a:t>Current achievement and logical next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5778C"/>
                </a:solidFill>
              </a:defRPr>
            </a:pPr>
            <a: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12191695" cy="914400"/>
          </a:xfrm>
          <a:prstGeom prst="rect">
            <a:avLst/>
          </a:prstGeom>
          <a:solidFill>
            <a:srgbClr val="12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0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13. Conclusion &amp;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850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CCBD8"/>
                </a:solidFill>
              </a:defRPr>
            </a:pPr>
            <a:r>
              <a:t>Current achievement and logical next improvements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212080" cy="4297680"/>
          </a:xfrm>
          <a:prstGeom prst="roundRect">
            <a:avLst/>
          </a:prstGeom>
          <a:solidFill>
            <a:srgbClr val="1D2E43"/>
          </a:solidFill>
          <a:ln>
            <a:solidFill>
              <a:srgbClr val="37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A584"/>
                </a:solidFill>
              </a:defRPr>
            </a:pPr>
            <a:r>
              <a:t>What is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Role-based portals with separate HTML/JS pages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Purchase request approval workflow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Supplier, delivery and payment modules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Admin management and reporting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JWT authentication and role authorization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✓ Pending payment verification and CSV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3F"/>
                </a:solidFill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Advanced analytics and visual charts</a:t>
            </a:r>
          </a:p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Automated supplier notifications</a:t>
            </a:r>
          </a:p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More detailed delivery tracking</a:t>
            </a:r>
          </a:p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Payment processing/status automation</a:t>
            </a:r>
          </a:p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PDF report generation and scheduled reporting</a:t>
            </a:r>
          </a:p>
          <a:p>
            <a:pPr>
              <a:spcAft>
                <a:spcPts val="1200"/>
              </a:spcAft>
              <a:defRPr sz="1200">
                <a:solidFill>
                  <a:srgbClr val="65778C"/>
                </a:solidFill>
              </a:defRPr>
            </a:pPr>
            <a:r>
              <a:t>→ Cloud deployment and production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6080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